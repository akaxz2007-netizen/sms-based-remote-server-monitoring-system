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98" r:id="rId4"/>
    <p:sldId id="284" r:id="rId5"/>
    <p:sldId id="288" r:id="rId6"/>
    <p:sldId id="286" r:id="rId7"/>
    <p:sldId id="285" r:id="rId8"/>
    <p:sldId id="293" r:id="rId9"/>
    <p:sldId id="287" r:id="rId10"/>
    <p:sldId id="300" r:id="rId11"/>
    <p:sldId id="301" r:id="rId12"/>
    <p:sldId id="291"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FF"/>
    <a:srgbClr val="0000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6FB3E4-E948-48E1-86F4-104CA3193B17}" v="12" dt="2026-05-05T20:31:03.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26" d="100"/>
          <a:sy n="26" d="100"/>
        </p:scale>
        <p:origin x="48" y="1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N" userId="3f481ebd296fcb74" providerId="LiveId" clId="{FF75387E-A1F3-4EA3-B4CB-1B606CD5CD1F}"/>
    <pc:docChg chg="undo custSel delSld modSld">
      <pc:chgData name="akash N" userId="3f481ebd296fcb74" providerId="LiveId" clId="{FF75387E-A1F3-4EA3-B4CB-1B606CD5CD1F}" dt="2026-05-05T20:31:28.294" v="99" actId="14100"/>
      <pc:docMkLst>
        <pc:docMk/>
      </pc:docMkLst>
      <pc:sldChg chg="modSp mod">
        <pc:chgData name="akash N" userId="3f481ebd296fcb74" providerId="LiveId" clId="{FF75387E-A1F3-4EA3-B4CB-1B606CD5CD1F}" dt="2026-05-05T20:20:17.615" v="27"/>
        <pc:sldMkLst>
          <pc:docMk/>
          <pc:sldMk cId="0" sldId="257"/>
        </pc:sldMkLst>
        <pc:spChg chg="mod">
          <ac:chgData name="akash N" userId="3f481ebd296fcb74" providerId="LiveId" clId="{FF75387E-A1F3-4EA3-B4CB-1B606CD5CD1F}" dt="2026-05-05T20:19:38.674" v="26" actId="20577"/>
          <ac:spMkLst>
            <pc:docMk/>
            <pc:sldMk cId="0" sldId="257"/>
            <ac:spMk id="5122" creationId="{F9E0E9F6-07FB-4789-A990-AC7C5BF54E0F}"/>
          </ac:spMkLst>
        </pc:spChg>
        <pc:spChg chg="mod">
          <ac:chgData name="akash N" userId="3f481ebd296fcb74" providerId="LiveId" clId="{FF75387E-A1F3-4EA3-B4CB-1B606CD5CD1F}" dt="2026-05-05T20:20:17.615" v="27"/>
          <ac:spMkLst>
            <pc:docMk/>
            <pc:sldMk cId="0" sldId="257"/>
            <ac:spMk id="5125" creationId="{88983C3B-ED68-4B3B-97F3-18CD59AEFB21}"/>
          </ac:spMkLst>
        </pc:spChg>
      </pc:sldChg>
      <pc:sldChg chg="modSp mod">
        <pc:chgData name="akash N" userId="3f481ebd296fcb74" providerId="LiveId" clId="{FF75387E-A1F3-4EA3-B4CB-1B606CD5CD1F}" dt="2026-05-05T20:24:58.495" v="43" actId="2711"/>
        <pc:sldMkLst>
          <pc:docMk/>
          <pc:sldMk cId="1901188492" sldId="284"/>
        </pc:sldMkLst>
        <pc:spChg chg="mod">
          <ac:chgData name="akash N" userId="3f481ebd296fcb74" providerId="LiveId" clId="{FF75387E-A1F3-4EA3-B4CB-1B606CD5CD1F}" dt="2026-05-05T20:24:58.495" v="43" actId="2711"/>
          <ac:spMkLst>
            <pc:docMk/>
            <pc:sldMk cId="1901188492" sldId="284"/>
            <ac:spMk id="5" creationId="{E693094B-B049-273C-A24B-97B637F467E5}"/>
          </ac:spMkLst>
        </pc:spChg>
      </pc:sldChg>
      <pc:sldChg chg="modSp mod">
        <pc:chgData name="akash N" userId="3f481ebd296fcb74" providerId="LiveId" clId="{FF75387E-A1F3-4EA3-B4CB-1B606CD5CD1F}" dt="2026-05-05T20:25:53.812" v="48"/>
        <pc:sldMkLst>
          <pc:docMk/>
          <pc:sldMk cId="629650953" sldId="285"/>
        </pc:sldMkLst>
        <pc:spChg chg="mod">
          <ac:chgData name="akash N" userId="3f481ebd296fcb74" providerId="LiveId" clId="{FF75387E-A1F3-4EA3-B4CB-1B606CD5CD1F}" dt="2026-05-05T20:25:53.812" v="48"/>
          <ac:spMkLst>
            <pc:docMk/>
            <pc:sldMk cId="629650953" sldId="285"/>
            <ac:spMk id="3" creationId="{DCA18C44-A110-88E0-F24A-67AC795E3321}"/>
          </ac:spMkLst>
        </pc:spChg>
      </pc:sldChg>
      <pc:sldChg chg="addSp modSp mod">
        <pc:chgData name="akash N" userId="3f481ebd296fcb74" providerId="LiveId" clId="{FF75387E-A1F3-4EA3-B4CB-1B606CD5CD1F}" dt="2026-05-05T20:22:29.193" v="31" actId="1076"/>
        <pc:sldMkLst>
          <pc:docMk/>
          <pc:sldMk cId="1828808148" sldId="286"/>
        </pc:sldMkLst>
        <pc:picChg chg="add mod">
          <ac:chgData name="akash N" userId="3f481ebd296fcb74" providerId="LiveId" clId="{FF75387E-A1F3-4EA3-B4CB-1B606CD5CD1F}" dt="2026-05-05T20:22:29.193" v="31" actId="1076"/>
          <ac:picMkLst>
            <pc:docMk/>
            <pc:sldMk cId="1828808148" sldId="286"/>
            <ac:picMk id="5" creationId="{4B17444E-1267-228E-6775-477047D7793C}"/>
          </ac:picMkLst>
        </pc:picChg>
      </pc:sldChg>
      <pc:sldChg chg="modSp mod">
        <pc:chgData name="akash N" userId="3f481ebd296fcb74" providerId="LiveId" clId="{FF75387E-A1F3-4EA3-B4CB-1B606CD5CD1F}" dt="2026-05-05T20:27:33.531" v="72" actId="20577"/>
        <pc:sldMkLst>
          <pc:docMk/>
          <pc:sldMk cId="1978376509" sldId="287"/>
        </pc:sldMkLst>
        <pc:spChg chg="mod">
          <ac:chgData name="akash N" userId="3f481ebd296fcb74" providerId="LiveId" clId="{FF75387E-A1F3-4EA3-B4CB-1B606CD5CD1F}" dt="2026-05-05T20:27:33.531" v="72" actId="20577"/>
          <ac:spMkLst>
            <pc:docMk/>
            <pc:sldMk cId="1978376509" sldId="287"/>
            <ac:spMk id="3" creationId="{F176CE2B-E824-FB53-428A-6E967501B54E}"/>
          </ac:spMkLst>
        </pc:spChg>
      </pc:sldChg>
      <pc:sldChg chg="modSp mod">
        <pc:chgData name="akash N" userId="3f481ebd296fcb74" providerId="LiveId" clId="{FF75387E-A1F3-4EA3-B4CB-1B606CD5CD1F}" dt="2026-05-05T20:24:08.097" v="41" actId="1035"/>
        <pc:sldMkLst>
          <pc:docMk/>
          <pc:sldMk cId="2074062875" sldId="288"/>
        </pc:sldMkLst>
        <pc:spChg chg="mod">
          <ac:chgData name="akash N" userId="3f481ebd296fcb74" providerId="LiveId" clId="{FF75387E-A1F3-4EA3-B4CB-1B606CD5CD1F}" dt="2026-05-05T20:24:08.097" v="41" actId="1035"/>
          <ac:spMkLst>
            <pc:docMk/>
            <pc:sldMk cId="2074062875" sldId="288"/>
            <ac:spMk id="3" creationId="{F1628319-66EF-9DDA-2AEB-829A3826F184}"/>
          </ac:spMkLst>
        </pc:spChg>
      </pc:sldChg>
      <pc:sldChg chg="modSp mod">
        <pc:chgData name="akash N" userId="3f481ebd296fcb74" providerId="LiveId" clId="{FF75387E-A1F3-4EA3-B4CB-1B606CD5CD1F}" dt="2026-05-05T20:31:07.030" v="95" actId="14100"/>
        <pc:sldMkLst>
          <pc:docMk/>
          <pc:sldMk cId="1886979697" sldId="291"/>
        </pc:sldMkLst>
        <pc:spChg chg="mod">
          <ac:chgData name="akash N" userId="3f481ebd296fcb74" providerId="LiveId" clId="{FF75387E-A1F3-4EA3-B4CB-1B606CD5CD1F}" dt="2026-05-05T20:31:07.030" v="95" actId="14100"/>
          <ac:spMkLst>
            <pc:docMk/>
            <pc:sldMk cId="1886979697" sldId="291"/>
            <ac:spMk id="3" creationId="{05F62496-42A5-5C4E-A502-41A397211D2A}"/>
          </ac:spMkLst>
        </pc:spChg>
      </pc:sldChg>
      <pc:sldChg chg="modSp mod">
        <pc:chgData name="akash N" userId="3f481ebd296fcb74" providerId="LiveId" clId="{FF75387E-A1F3-4EA3-B4CB-1B606CD5CD1F}" dt="2026-05-05T20:26:48.694" v="62"/>
        <pc:sldMkLst>
          <pc:docMk/>
          <pc:sldMk cId="3160499340" sldId="293"/>
        </pc:sldMkLst>
        <pc:spChg chg="mod">
          <ac:chgData name="akash N" userId="3f481ebd296fcb74" providerId="LiveId" clId="{FF75387E-A1F3-4EA3-B4CB-1B606CD5CD1F}" dt="2026-05-05T20:26:48.694" v="62"/>
          <ac:spMkLst>
            <pc:docMk/>
            <pc:sldMk cId="3160499340" sldId="293"/>
            <ac:spMk id="3" creationId="{DCA18C44-A110-88E0-F24A-67AC795E3321}"/>
          </ac:spMkLst>
        </pc:spChg>
      </pc:sldChg>
      <pc:sldChg chg="modSp del mod">
        <pc:chgData name="akash N" userId="3f481ebd296fcb74" providerId="LiveId" clId="{FF75387E-A1F3-4EA3-B4CB-1B606CD5CD1F}" dt="2026-05-05T20:27:55.488" v="75" actId="2696"/>
        <pc:sldMkLst>
          <pc:docMk/>
          <pc:sldMk cId="1954796645" sldId="295"/>
        </pc:sldMkLst>
        <pc:spChg chg="mod">
          <ac:chgData name="akash N" userId="3f481ebd296fcb74" providerId="LiveId" clId="{FF75387E-A1F3-4EA3-B4CB-1B606CD5CD1F}" dt="2026-05-05T20:27:39.911" v="74" actId="5793"/>
          <ac:spMkLst>
            <pc:docMk/>
            <pc:sldMk cId="1954796645" sldId="295"/>
            <ac:spMk id="3" creationId="{F176CE2B-E824-FB53-428A-6E967501B54E}"/>
          </ac:spMkLst>
        </pc:spChg>
      </pc:sldChg>
      <pc:sldChg chg="modSp mod">
        <pc:chgData name="akash N" userId="3f481ebd296fcb74" providerId="LiveId" clId="{FF75387E-A1F3-4EA3-B4CB-1B606CD5CD1F}" dt="2026-05-05T20:23:36.717" v="37" actId="14100"/>
        <pc:sldMkLst>
          <pc:docMk/>
          <pc:sldMk cId="2409482852" sldId="298"/>
        </pc:sldMkLst>
        <pc:spChg chg="mod">
          <ac:chgData name="akash N" userId="3f481ebd296fcb74" providerId="LiveId" clId="{FF75387E-A1F3-4EA3-B4CB-1B606CD5CD1F}" dt="2026-05-05T20:23:36.717" v="37" actId="14100"/>
          <ac:spMkLst>
            <pc:docMk/>
            <pc:sldMk cId="2409482852" sldId="298"/>
            <ac:spMk id="3" creationId="{A5F81431-6938-6A8E-78DC-F1B90E51B82D}"/>
          </ac:spMkLst>
        </pc:spChg>
      </pc:sldChg>
      <pc:sldChg chg="addSp delSp modSp mod">
        <pc:chgData name="akash N" userId="3f481ebd296fcb74" providerId="LiveId" clId="{FF75387E-A1F3-4EA3-B4CB-1B606CD5CD1F}" dt="2026-05-05T20:31:28.294" v="99" actId="14100"/>
        <pc:sldMkLst>
          <pc:docMk/>
          <pc:sldMk cId="5797798" sldId="300"/>
        </pc:sldMkLst>
        <pc:spChg chg="add del mod">
          <ac:chgData name="akash N" userId="3f481ebd296fcb74" providerId="LiveId" clId="{FF75387E-A1F3-4EA3-B4CB-1B606CD5CD1F}" dt="2026-05-05T20:28:37.427" v="80" actId="22"/>
          <ac:spMkLst>
            <pc:docMk/>
            <pc:sldMk cId="5797798" sldId="300"/>
            <ac:spMk id="6" creationId="{801B509C-1917-2C49-167A-B997C69BB9A1}"/>
          </ac:spMkLst>
        </pc:spChg>
        <pc:spChg chg="add del mod">
          <ac:chgData name="akash N" userId="3f481ebd296fcb74" providerId="LiveId" clId="{FF75387E-A1F3-4EA3-B4CB-1B606CD5CD1F}" dt="2026-05-05T20:28:56.541" v="82"/>
          <ac:spMkLst>
            <pc:docMk/>
            <pc:sldMk cId="5797798" sldId="300"/>
            <ac:spMk id="12" creationId="{D34AA7E9-B803-1FF9-649F-14FEDD342309}"/>
          </ac:spMkLst>
        </pc:spChg>
        <pc:picChg chg="add del">
          <ac:chgData name="akash N" userId="3f481ebd296fcb74" providerId="LiveId" clId="{FF75387E-A1F3-4EA3-B4CB-1B606CD5CD1F}" dt="2026-05-05T20:29:03.863" v="84" actId="21"/>
          <ac:picMkLst>
            <pc:docMk/>
            <pc:sldMk cId="5797798" sldId="300"/>
            <ac:picMk id="4" creationId="{B1015F1A-3F45-8962-C950-5DD6969FAE51}"/>
          </ac:picMkLst>
        </pc:picChg>
        <pc:picChg chg="del mod">
          <ac:chgData name="akash N" userId="3f481ebd296fcb74" providerId="LiveId" clId="{FF75387E-A1F3-4EA3-B4CB-1B606CD5CD1F}" dt="2026-05-05T20:28:29.664" v="79" actId="21"/>
          <ac:picMkLst>
            <pc:docMk/>
            <pc:sldMk cId="5797798" sldId="300"/>
            <ac:picMk id="8" creationId="{3B272817-CAA6-E028-2A84-5BB33256C57F}"/>
          </ac:picMkLst>
        </pc:picChg>
        <pc:picChg chg="add del mod ord">
          <ac:chgData name="akash N" userId="3f481ebd296fcb74" providerId="LiveId" clId="{FF75387E-A1F3-4EA3-B4CB-1B606CD5CD1F}" dt="2026-05-05T20:28:43.046" v="81" actId="21"/>
          <ac:picMkLst>
            <pc:docMk/>
            <pc:sldMk cId="5797798" sldId="300"/>
            <ac:picMk id="9" creationId="{12892A3E-4455-53C5-E30A-D0FACFB998CF}"/>
          </ac:picMkLst>
        </pc:picChg>
        <pc:picChg chg="del">
          <ac:chgData name="akash N" userId="3f481ebd296fcb74" providerId="LiveId" clId="{FF75387E-A1F3-4EA3-B4CB-1B606CD5CD1F}" dt="2026-05-05T20:28:59.951" v="83" actId="21"/>
          <ac:picMkLst>
            <pc:docMk/>
            <pc:sldMk cId="5797798" sldId="300"/>
            <ac:picMk id="10" creationId="{C47AD543-F53D-DA38-FB45-8E7B55BA5050}"/>
          </ac:picMkLst>
        </pc:picChg>
        <pc:picChg chg="add mod">
          <ac:chgData name="akash N" userId="3f481ebd296fcb74" providerId="LiveId" clId="{FF75387E-A1F3-4EA3-B4CB-1B606CD5CD1F}" dt="2026-05-05T20:31:28.294" v="99" actId="14100"/>
          <ac:picMkLst>
            <pc:docMk/>
            <pc:sldMk cId="5797798" sldId="300"/>
            <ac:picMk id="13" creationId="{0B9BD96D-1280-7986-86B7-44A6B916EE3F}"/>
          </ac:picMkLst>
        </pc:picChg>
      </pc:sldChg>
      <pc:sldChg chg="addSp delSp modSp mod">
        <pc:chgData name="akash N" userId="3f481ebd296fcb74" providerId="LiveId" clId="{FF75387E-A1F3-4EA3-B4CB-1B606CD5CD1F}" dt="2026-05-05T20:30:48.604" v="92" actId="1076"/>
        <pc:sldMkLst>
          <pc:docMk/>
          <pc:sldMk cId="455096175" sldId="301"/>
        </pc:sldMkLst>
        <pc:spChg chg="add del mod">
          <ac:chgData name="akash N" userId="3f481ebd296fcb74" providerId="LiveId" clId="{FF75387E-A1F3-4EA3-B4CB-1B606CD5CD1F}" dt="2026-05-05T20:29:39.498" v="89"/>
          <ac:spMkLst>
            <pc:docMk/>
            <pc:sldMk cId="455096175" sldId="301"/>
            <ac:spMk id="7" creationId="{11DBE6CD-D722-DFD8-B661-BA11EED0CBA6}"/>
          </ac:spMkLst>
        </pc:spChg>
        <pc:spChg chg="add del mod">
          <ac:chgData name="akash N" userId="3f481ebd296fcb74" providerId="LiveId" clId="{FF75387E-A1F3-4EA3-B4CB-1B606CD5CD1F}" dt="2026-05-05T20:30:46.416" v="91" actId="931"/>
          <ac:spMkLst>
            <pc:docMk/>
            <pc:sldMk cId="455096175" sldId="301"/>
            <ac:spMk id="11" creationId="{2FABA8F4-4BFB-29B7-276C-2B7A54BF1F54}"/>
          </ac:spMkLst>
        </pc:spChg>
        <pc:picChg chg="add">
          <ac:chgData name="akash N" userId="3f481ebd296fcb74" providerId="LiveId" clId="{FF75387E-A1F3-4EA3-B4CB-1B606CD5CD1F}" dt="2026-05-05T20:29:26.604" v="86" actId="22"/>
          <ac:picMkLst>
            <pc:docMk/>
            <pc:sldMk cId="455096175" sldId="301"/>
            <ac:picMk id="4" creationId="{B3E16AB9-D215-576F-5E18-D19BDB69CD03}"/>
          </ac:picMkLst>
        </pc:picChg>
        <pc:picChg chg="del">
          <ac:chgData name="akash N" userId="3f481ebd296fcb74" providerId="LiveId" clId="{FF75387E-A1F3-4EA3-B4CB-1B606CD5CD1F}" dt="2026-05-05T20:29:29.540" v="87" actId="21"/>
          <ac:picMkLst>
            <pc:docMk/>
            <pc:sldMk cId="455096175" sldId="301"/>
            <ac:picMk id="6" creationId="{B46E2A85-7BA3-5035-4545-6DE25FF08839}"/>
          </ac:picMkLst>
        </pc:picChg>
        <pc:picChg chg="add del mod">
          <ac:chgData name="akash N" userId="3f481ebd296fcb74" providerId="LiveId" clId="{FF75387E-A1F3-4EA3-B4CB-1B606CD5CD1F}" dt="2026-05-05T20:29:43.156" v="90" actId="21"/>
          <ac:picMkLst>
            <pc:docMk/>
            <pc:sldMk cId="455096175" sldId="301"/>
            <ac:picMk id="8" creationId="{A021ED36-5FCC-B44E-4280-83B56A390928}"/>
          </ac:picMkLst>
        </pc:picChg>
        <pc:picChg chg="del">
          <ac:chgData name="akash N" userId="3f481ebd296fcb74" providerId="LiveId" clId="{FF75387E-A1F3-4EA3-B4CB-1B606CD5CD1F}" dt="2026-05-05T20:29:35.409" v="88" actId="21"/>
          <ac:picMkLst>
            <pc:docMk/>
            <pc:sldMk cId="455096175" sldId="301"/>
            <ac:picMk id="9" creationId="{A021ED36-5FCC-B44E-4280-83B56A390928}"/>
          </ac:picMkLst>
        </pc:picChg>
        <pc:picChg chg="add mod ord">
          <ac:chgData name="akash N" userId="3f481ebd296fcb74" providerId="LiveId" clId="{FF75387E-A1F3-4EA3-B4CB-1B606CD5CD1F}" dt="2026-05-05T20:30:48.604" v="92" actId="1076"/>
          <ac:picMkLst>
            <pc:docMk/>
            <pc:sldMk cId="455096175" sldId="301"/>
            <ac:picMk id="13" creationId="{323E9CE6-63BE-E040-7790-ABCA067D79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A12BF-2380-4890-A9DE-3097C2C62528}"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F91DE1-B03A-46EB-9479-29D63226EDFC}" type="slidenum">
              <a:rPr lang="en-IN" smtClean="0"/>
              <a:t>‹#›</a:t>
            </a:fld>
            <a:endParaRPr lang="en-IN"/>
          </a:p>
        </p:txBody>
      </p:sp>
    </p:spTree>
    <p:extLst>
      <p:ext uri="{BB962C8B-B14F-4D97-AF65-F5344CB8AC3E}">
        <p14:creationId xmlns:p14="http://schemas.microsoft.com/office/powerpoint/2010/main" val="379327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E70458B-F185-48DB-AD85-3796F7DB4F8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43FFAAB-55BD-4260-A4E4-7D8FCB28E61B}" type="slidenum">
              <a:rPr lang="en-US" altLang="en-US">
                <a:solidFill>
                  <a:srgbClr val="000000"/>
                </a:solidFill>
                <a:latin typeface="Times New Roman" panose="02020603050405020304" pitchFamily="18" charset="0"/>
                <a:cs typeface="DejaVu Sans" charset="0"/>
              </a:rPr>
              <a:pPr/>
              <a:t>1</a:t>
            </a:fld>
            <a:endParaRPr lang="en-US" altLang="en-US">
              <a:solidFill>
                <a:srgbClr val="000000"/>
              </a:solidFill>
              <a:latin typeface="Times New Roman" panose="02020603050405020304" pitchFamily="18" charset="0"/>
              <a:cs typeface="DejaVu Sans" charset="0"/>
            </a:endParaRPr>
          </a:p>
        </p:txBody>
      </p:sp>
      <p:sp>
        <p:nvSpPr>
          <p:cNvPr id="6147" name="Rectangle 1">
            <a:extLst>
              <a:ext uri="{FF2B5EF4-FFF2-40B4-BE49-F238E27FC236}">
                <a16:creationId xmlns:a16="http://schemas.microsoft.com/office/drawing/2014/main" id="{468E4D85-E32A-485E-A661-F2143B7E6251}"/>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6148" name="Rectangle 2">
            <a:extLst>
              <a:ext uri="{FF2B5EF4-FFF2-40B4-BE49-F238E27FC236}">
                <a16:creationId xmlns:a16="http://schemas.microsoft.com/office/drawing/2014/main" id="{DF6CCD87-E991-4187-8B98-51E783BF2FA2}"/>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323DF40D-1800-48F2-89B0-8451D73D046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0E773DE-2121-4534-891E-4D269B6198E4}" type="slidenum">
              <a:rPr lang="en-US" altLang="en-US">
                <a:solidFill>
                  <a:srgbClr val="000000"/>
                </a:solidFill>
                <a:latin typeface="Times New Roman" panose="02020603050405020304" pitchFamily="18" charset="0"/>
                <a:cs typeface="DejaVu Sans" charset="0"/>
              </a:rPr>
              <a:pPr/>
              <a:t>2</a:t>
            </a:fld>
            <a:endParaRPr lang="en-US" altLang="en-US">
              <a:solidFill>
                <a:srgbClr val="000000"/>
              </a:solidFill>
              <a:latin typeface="Times New Roman" panose="02020603050405020304" pitchFamily="18" charset="0"/>
              <a:cs typeface="DejaVu Sans" charset="0"/>
            </a:endParaRPr>
          </a:p>
        </p:txBody>
      </p:sp>
      <p:sp>
        <p:nvSpPr>
          <p:cNvPr id="8195" name="Rectangle 1">
            <a:extLst>
              <a:ext uri="{FF2B5EF4-FFF2-40B4-BE49-F238E27FC236}">
                <a16:creationId xmlns:a16="http://schemas.microsoft.com/office/drawing/2014/main" id="{8CB8B7FE-98D4-4BC1-AF30-2F4B2E5766CC}"/>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8196" name="Rectangle 2">
            <a:extLst>
              <a:ext uri="{FF2B5EF4-FFF2-40B4-BE49-F238E27FC236}">
                <a16:creationId xmlns:a16="http://schemas.microsoft.com/office/drawing/2014/main" id="{B0E2CBEC-FF7E-446A-8770-6539CBEDA36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06F602-0615-6830-168F-39C35EAC8AA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079FA3C4-83F8-FCA4-C8CB-D9498C11061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3</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8FD64092-DAA1-9841-E1EA-5D9931858E4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EFA6F367-4871-4E37-C3D8-168EB8230368}"/>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66927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ADD78955-C1FE-40D4-96C8-D83EED03293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4</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C5941417-7B8B-45B9-A1EA-25E1C6DB8D11}"/>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7FADAFF-EC84-4B75-AF76-DFFFC331AA56}"/>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96837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07779-343E-C626-0B2F-A7B207221ECD}"/>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263A50E7-86E2-67B7-B3C2-9AF766054B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5</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737B61EA-53D9-2C9C-932C-31B0293FCB73}"/>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CD119B16-AB48-A3FC-DDC0-43C87D036F5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42859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0E0C55-8C90-560B-41E8-2F111A51CBB6}"/>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70EAA7F2-B05C-7A6A-FA2F-2CEBF04316E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6</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FFF3D809-FE76-E3A9-59CA-D1DF931A30B7}"/>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C02A8C0-94C2-58EC-E6A9-FF92CA3529C4}"/>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53415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9F4AF-F930-3247-6DF0-B99EE4E8BF21}"/>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CEDA6E47-8567-004B-7270-A145E5C71BF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7</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0DE1D5CF-AE26-209D-8D04-F087945F1EB9}"/>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FFF28BAE-6338-A323-FD28-EBA39C23325F}"/>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94253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9F4AF-F930-3247-6DF0-B99EE4E8BF21}"/>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CEDA6E47-8567-004B-7270-A145E5C71BF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8</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0DE1D5CF-AE26-209D-8D04-F087945F1EB9}"/>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FFF28BAE-6338-A323-FD28-EBA39C23325F}"/>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390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83E9C2-C7F0-6E8C-CCE4-9D613DEBE84C}"/>
            </a:ext>
          </a:extLst>
        </p:cNvPr>
        <p:cNvGrpSpPr/>
        <p:nvPr/>
      </p:nvGrpSpPr>
      <p:grpSpPr>
        <a:xfrm>
          <a:off x="0" y="0"/>
          <a:ext cx="0" cy="0"/>
          <a:chOff x="0" y="0"/>
          <a:chExt cx="0" cy="0"/>
        </a:xfrm>
      </p:grpSpPr>
      <p:sp>
        <p:nvSpPr>
          <p:cNvPr id="19458" name="Rectangle 6">
            <a:extLst>
              <a:ext uri="{FF2B5EF4-FFF2-40B4-BE49-F238E27FC236}">
                <a16:creationId xmlns:a16="http://schemas.microsoft.com/office/drawing/2014/main" id="{F1A1C804-55A9-9919-0DB0-62C41CA6AC8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9</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69D8ABBC-CD91-9E1A-11DC-A5441A6E90B5}"/>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50FB140C-E740-E21B-A60F-9B37BAECF2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191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3DA2BD8A-69E4-4109-9376-BB9CAFF25AC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5F561648-146D-47FD-B529-EC509853122C}" type="slidenum">
              <a:rPr lang="en-US" altLang="en-US">
                <a:solidFill>
                  <a:srgbClr val="000000"/>
                </a:solidFill>
                <a:latin typeface="Times New Roman" panose="02020603050405020304" pitchFamily="18" charset="0"/>
                <a:cs typeface="DejaVu Sans" charset="0"/>
              </a:rPr>
              <a:pPr/>
              <a:t>13</a:t>
            </a:fld>
            <a:endParaRPr lang="en-US" altLang="en-US">
              <a:solidFill>
                <a:srgbClr val="000000"/>
              </a:solidFill>
              <a:latin typeface="Times New Roman" panose="02020603050405020304" pitchFamily="18" charset="0"/>
              <a:cs typeface="DejaVu Sans" charset="0"/>
            </a:endParaRPr>
          </a:p>
        </p:txBody>
      </p:sp>
      <p:sp>
        <p:nvSpPr>
          <p:cNvPr id="36867" name="Rectangle 1">
            <a:extLst>
              <a:ext uri="{FF2B5EF4-FFF2-40B4-BE49-F238E27FC236}">
                <a16:creationId xmlns:a16="http://schemas.microsoft.com/office/drawing/2014/main" id="{D5F9E9D7-7723-4503-AB02-FE828231E08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6868" name="Rectangle 2">
            <a:extLst>
              <a:ext uri="{FF2B5EF4-FFF2-40B4-BE49-F238E27FC236}">
                <a16:creationId xmlns:a16="http://schemas.microsoft.com/office/drawing/2014/main" id="{6DA026BC-D0FD-4BA6-A806-A13BF79123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7F89E-E277-AF8E-49F6-72A76B180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4D04B1-AE16-B6BA-1931-FC4853B2B2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7F05AC-2B29-B091-F2D7-ED96F7D89526}"/>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5" name="Footer Placeholder 4">
            <a:extLst>
              <a:ext uri="{FF2B5EF4-FFF2-40B4-BE49-F238E27FC236}">
                <a16:creationId xmlns:a16="http://schemas.microsoft.com/office/drawing/2014/main" id="{E7D6A8F6-8FD4-DA77-E0AD-189CD890D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53765-EFFD-C5B8-D943-5D93BC34F20A}"/>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164853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7A9F8-12EB-EFF7-0744-D287E5B9F3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083AD1-300B-3C68-20B9-39142238C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381028-1B69-451E-3144-37F520687BA6}"/>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5" name="Footer Placeholder 4">
            <a:extLst>
              <a:ext uri="{FF2B5EF4-FFF2-40B4-BE49-F238E27FC236}">
                <a16:creationId xmlns:a16="http://schemas.microsoft.com/office/drawing/2014/main" id="{8140EE3D-4F86-87ED-8F44-BFF2F45E8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3D9467-4453-E14C-3ED2-5ABB2A46A9C9}"/>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066256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BD00F-E918-055A-4616-4EEA16A4B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82D093-0330-DA39-1E58-89632D952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25A767-90E2-6AF5-1864-93B40D28D7C8}"/>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5" name="Footer Placeholder 4">
            <a:extLst>
              <a:ext uri="{FF2B5EF4-FFF2-40B4-BE49-F238E27FC236}">
                <a16:creationId xmlns:a16="http://schemas.microsoft.com/office/drawing/2014/main" id="{4504F8BF-63FA-5BB3-B9FA-3A06958E08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4E1A44-8F8B-0587-D08F-B89AB9810678}"/>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4199957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D54B-F397-8955-3FEA-6C969D0D17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002DC3-E323-16AC-8A29-88D1F9F7EB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691C72-1CC5-2AD7-A8C3-55DC48CC49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694270-71B6-D9F6-72B5-EAE1C8A50275}"/>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6" name="Footer Placeholder 5">
            <a:extLst>
              <a:ext uri="{FF2B5EF4-FFF2-40B4-BE49-F238E27FC236}">
                <a16:creationId xmlns:a16="http://schemas.microsoft.com/office/drawing/2014/main" id="{D741EA33-F213-7A3A-DC63-730394EA6B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CD17D4-61FE-7C16-4C64-14CCBE5FAED3}"/>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139409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FD53-581C-677C-682F-D41E43814A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68C7BF-EDDE-2A1B-4E62-ACB320B3F4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FE3186-9648-6B4F-9B18-5DC0C3C1E1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3806C6-8ECC-170E-F981-6CD97F75D9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5DA98D-030B-292A-C8A7-F4FEA51EB3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F2B296-432F-F025-F850-EFEF2148D00C}"/>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8" name="Footer Placeholder 7">
            <a:extLst>
              <a:ext uri="{FF2B5EF4-FFF2-40B4-BE49-F238E27FC236}">
                <a16:creationId xmlns:a16="http://schemas.microsoft.com/office/drawing/2014/main" id="{0C8EC2FE-9C4F-9D39-DAD1-DCE0CBD96D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BC4145-3441-5834-D7AE-C0CC6812586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85546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E4E3-7E7C-EEC8-5EB8-4AFA3E0AFB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D86027-1488-8291-70CA-C24E07106EF0}"/>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4" name="Footer Placeholder 3">
            <a:extLst>
              <a:ext uri="{FF2B5EF4-FFF2-40B4-BE49-F238E27FC236}">
                <a16:creationId xmlns:a16="http://schemas.microsoft.com/office/drawing/2014/main" id="{AA50DF85-ECB1-F665-71C0-EFBE74E9B1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EDDAFE-02EA-3655-A05E-1C31B4CD4ED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18214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1A35D-7C71-0752-B2BB-E5C4D0C3C7E1}"/>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3" name="Footer Placeholder 2">
            <a:extLst>
              <a:ext uri="{FF2B5EF4-FFF2-40B4-BE49-F238E27FC236}">
                <a16:creationId xmlns:a16="http://schemas.microsoft.com/office/drawing/2014/main" id="{D1318D7F-94A9-239C-B8D1-D408C647EA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D6175B-F480-AC31-B0CA-044FD4B4F129}"/>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471776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EF21-319B-0907-0D80-8DEDC07D5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2D8AEC-2C9D-6214-0052-EF4733CEF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18E77F-9176-76EE-76B3-19240F10E6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75E2C-07E5-B688-BF50-D327E30536FC}"/>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6" name="Footer Placeholder 5">
            <a:extLst>
              <a:ext uri="{FF2B5EF4-FFF2-40B4-BE49-F238E27FC236}">
                <a16:creationId xmlns:a16="http://schemas.microsoft.com/office/drawing/2014/main" id="{A6B6B84F-0FD7-F6CB-50DA-AAB1A73FD4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EF7CBB-C41F-989F-08C2-E4442E3FF84F}"/>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917483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6345-EA37-8C6A-C178-39B329656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4251E9-0BAA-127A-E65B-5AC7D45C2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BB98CF-DF76-141B-762A-A65D35637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CD96-760E-5300-1C4F-003F42C0EB58}"/>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6" name="Footer Placeholder 5">
            <a:extLst>
              <a:ext uri="{FF2B5EF4-FFF2-40B4-BE49-F238E27FC236}">
                <a16:creationId xmlns:a16="http://schemas.microsoft.com/office/drawing/2014/main" id="{8F5EFD3F-AD02-03B3-84FE-20F9F631EC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6A0320-2A44-851A-082D-5B40482B257D}"/>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228591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884B-B8F1-675F-654B-8770D0C36FC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B45BE-EC73-9A7B-A9A6-E1A3E0B98B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9E643E-EE56-B785-F106-2C0ED6BF49C7}"/>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5" name="Footer Placeholder 4">
            <a:extLst>
              <a:ext uri="{FF2B5EF4-FFF2-40B4-BE49-F238E27FC236}">
                <a16:creationId xmlns:a16="http://schemas.microsoft.com/office/drawing/2014/main" id="{6072B2CC-DF2E-AE86-92BD-246255573F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38BA80-780F-AB29-8AAC-62F8CD3B8942}"/>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235899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1B0D7E-C14F-5DFE-B774-40F4131362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BB635-47B1-BE7A-42AF-7099B604EC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798DCA-F058-FD44-4D76-01BE21ED167A}"/>
              </a:ext>
            </a:extLst>
          </p:cNvPr>
          <p:cNvSpPr>
            <a:spLocks noGrp="1"/>
          </p:cNvSpPr>
          <p:nvPr>
            <p:ph type="dt" sz="half" idx="10"/>
          </p:nvPr>
        </p:nvSpPr>
        <p:spPr/>
        <p:txBody>
          <a:bodyPr/>
          <a:lstStyle/>
          <a:p>
            <a:fld id="{615924AB-9F36-4178-90AC-C49D492A1C56}" type="datetimeFigureOut">
              <a:rPr lang="en-IN" smtClean="0"/>
              <a:t>06-05-2026</a:t>
            </a:fld>
            <a:endParaRPr lang="en-IN"/>
          </a:p>
        </p:txBody>
      </p:sp>
      <p:sp>
        <p:nvSpPr>
          <p:cNvPr id="5" name="Footer Placeholder 4">
            <a:extLst>
              <a:ext uri="{FF2B5EF4-FFF2-40B4-BE49-F238E27FC236}">
                <a16:creationId xmlns:a16="http://schemas.microsoft.com/office/drawing/2014/main" id="{ADF25EAC-EB78-95CB-CAE8-110216F354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210C4-F616-EE28-479C-3DA4F915032D}"/>
              </a:ext>
            </a:extLst>
          </p:cNvPr>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626035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1" y="2130425"/>
            <a:ext cx="10361084" cy="1468438"/>
          </a:xfrm>
        </p:spPr>
        <p:txBody>
          <a:bodyPr/>
          <a:lstStyle/>
          <a:p>
            <a:r>
              <a:rPr lang="en-US"/>
              <a:t>Click to edit Master title style</a:t>
            </a:r>
          </a:p>
        </p:txBody>
      </p:sp>
      <p:sp>
        <p:nvSpPr>
          <p:cNvPr id="3" name="Rectangle 2">
            <a:extLst>
              <a:ext uri="{FF2B5EF4-FFF2-40B4-BE49-F238E27FC236}">
                <a16:creationId xmlns:a16="http://schemas.microsoft.com/office/drawing/2014/main" id="{5EFD2757-5863-4F7E-A9A8-D6E218C07F09}"/>
              </a:ext>
            </a:extLst>
          </p:cNvPr>
          <p:cNvSpPr>
            <a:spLocks noGrp="1" noChangeArrowheads="1"/>
          </p:cNvSpPr>
          <p:nvPr>
            <p:ph type="dt" idx="10"/>
          </p:nvPr>
        </p:nvSpPr>
        <p:spPr>
          <a:ln/>
        </p:spPr>
        <p:txBody>
          <a:bodyPr/>
          <a:lstStyle>
            <a:lvl1pPr>
              <a:defRPr/>
            </a:lvl1pPr>
          </a:lstStyle>
          <a:p>
            <a:pPr>
              <a:defRPr/>
            </a:pPr>
            <a:r>
              <a:rPr lang="en-US"/>
              <a:t>2/7/20</a:t>
            </a:r>
          </a:p>
        </p:txBody>
      </p:sp>
      <p:sp>
        <p:nvSpPr>
          <p:cNvPr id="4" name="Rectangle 4">
            <a:extLst>
              <a:ext uri="{FF2B5EF4-FFF2-40B4-BE49-F238E27FC236}">
                <a16:creationId xmlns:a16="http://schemas.microsoft.com/office/drawing/2014/main" id="{1577BD60-6440-49BB-95F9-FA915E90D2C1}"/>
              </a:ext>
            </a:extLst>
          </p:cNvPr>
          <p:cNvSpPr>
            <a:spLocks noGrp="1" noChangeArrowheads="1"/>
          </p:cNvSpPr>
          <p:nvPr>
            <p:ph type="sldNum" idx="11"/>
          </p:nvPr>
        </p:nvSpPr>
        <p:spPr>
          <a:ln/>
        </p:spPr>
        <p:txBody>
          <a:bodyPr/>
          <a:lstStyle>
            <a:lvl1pPr>
              <a:defRPr/>
            </a:lvl1pPr>
          </a:lstStyle>
          <a:p>
            <a:pPr>
              <a:defRPr/>
            </a:pPr>
            <a:fld id="{B0B1F0C1-FE4D-47C4-BFD4-577E77A4BE46}" type="slidenum">
              <a:rPr lang="en-US" altLang="en-US"/>
              <a:pPr>
                <a:defRPr/>
              </a:pPr>
              <a:t>‹#›</a:t>
            </a:fld>
            <a:endParaRPr lang="en-US" altLang="en-US"/>
          </a:p>
        </p:txBody>
      </p:sp>
    </p:spTree>
    <p:extLst>
      <p:ext uri="{BB962C8B-B14F-4D97-AF65-F5344CB8AC3E}">
        <p14:creationId xmlns:p14="http://schemas.microsoft.com/office/powerpoint/2010/main" val="626249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5755F3-BEF6-DEF9-4CB1-1B5D2AA366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C12260-9AEE-0F6C-393D-081813D4F1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C6917-09DF-778A-8957-A72F2F6F94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924AB-9F36-4178-90AC-C49D492A1C56}" type="datetimeFigureOut">
              <a:rPr lang="en-IN" smtClean="0"/>
              <a:t>06-05-2026</a:t>
            </a:fld>
            <a:endParaRPr lang="en-IN"/>
          </a:p>
        </p:txBody>
      </p:sp>
      <p:sp>
        <p:nvSpPr>
          <p:cNvPr id="5" name="Footer Placeholder 4">
            <a:extLst>
              <a:ext uri="{FF2B5EF4-FFF2-40B4-BE49-F238E27FC236}">
                <a16:creationId xmlns:a16="http://schemas.microsoft.com/office/drawing/2014/main" id="{18A3656D-2DBA-CEE6-4E60-9E615014C3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65E9C8-F63C-F72D-C515-B8CD271F2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6A3748-EDEB-4F86-8B3C-520549F7612D}" type="slidenum">
              <a:rPr lang="en-IN" smtClean="0"/>
              <a:t>‹#›</a:t>
            </a:fld>
            <a:endParaRPr lang="en-IN"/>
          </a:p>
        </p:txBody>
      </p:sp>
    </p:spTree>
    <p:extLst>
      <p:ext uri="{BB962C8B-B14F-4D97-AF65-F5344CB8AC3E}">
        <p14:creationId xmlns:p14="http://schemas.microsoft.com/office/powerpoint/2010/main" val="2656701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F9E0E9F6-07FB-4789-A990-AC7C5BF54E0F}"/>
              </a:ext>
            </a:extLst>
          </p:cNvPr>
          <p:cNvSpPr>
            <a:spLocks noGrp="1" noChangeArrowheads="1"/>
          </p:cNvSpPr>
          <p:nvPr>
            <p:ph type="subTitle" idx="4294967295"/>
          </p:nvPr>
        </p:nvSpPr>
        <p:spPr>
          <a:xfrm>
            <a:off x="3414566" y="3006952"/>
            <a:ext cx="5293333" cy="2958419"/>
          </a:xfrm>
          <a:solidFill>
            <a:srgbClr val="FFFFFF"/>
          </a:solidFill>
        </p:spPr>
        <p:txBody>
          <a:bodyPr vert="horz" lIns="91440" tIns="45720" rIns="91440" bIns="45720" rtlCol="0">
            <a:noAutofit/>
          </a:bodyPr>
          <a:lstStyle/>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a:solidFill>
                  <a:srgbClr val="C00000"/>
                </a:solidFill>
                <a:latin typeface="Times New Roman" panose="02020603050405020304" pitchFamily="18" charset="0"/>
                <a:cs typeface="Times New Roman" panose="02020603050405020304" pitchFamily="18" charset="0"/>
              </a:rPr>
              <a:t>Presented by,</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Name                 : AKASH N</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Register No.      : 8115U24AM003</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Roll No.             : AM2403</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rgbClr val="0000FF"/>
                </a:solidFill>
                <a:latin typeface="Times New Roman" panose="02020603050405020304" pitchFamily="18" charset="0"/>
                <a:cs typeface="Times New Roman" panose="02020603050405020304" pitchFamily="18" charset="0"/>
              </a:rPr>
              <a:t>Year                   : II /CSE(AIML) </a:t>
            </a:r>
            <a:endParaRPr lang="en-US" altLang="en-US" sz="1800" b="1" dirty="0">
              <a:solidFill>
                <a:srgbClr val="002060"/>
              </a:solidFill>
              <a:latin typeface="Times New Roman" panose="02020603050405020304" pitchFamily="18" charset="0"/>
              <a:cs typeface="Times New Roman" panose="02020603050405020304" pitchFamily="18"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8A1FDFE6-6E49-4223-80FE-ED06113CEA28}"/>
              </a:ext>
            </a:extLst>
          </p:cNvPr>
          <p:cNvSpPr>
            <a:spLocks noChangeArrowheads="1"/>
          </p:cNvSpPr>
          <p:nvPr/>
        </p:nvSpPr>
        <p:spPr bwMode="auto">
          <a:xfrm>
            <a:off x="1679575" y="-1684338"/>
            <a:ext cx="3543300" cy="351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pic>
        <p:nvPicPr>
          <p:cNvPr id="5124" name="Picture 3">
            <a:extLst>
              <a:ext uri="{FF2B5EF4-FFF2-40B4-BE49-F238E27FC236}">
                <a16:creationId xmlns:a16="http://schemas.microsoft.com/office/drawing/2014/main" id="{3C70AA84-2F58-4D76-926D-E4FAA3026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251" y="356884"/>
            <a:ext cx="1312323" cy="13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5125" name="Rectangle 4">
            <a:extLst>
              <a:ext uri="{FF2B5EF4-FFF2-40B4-BE49-F238E27FC236}">
                <a16:creationId xmlns:a16="http://schemas.microsoft.com/office/drawing/2014/main" id="{88983C3B-ED68-4B3B-97F3-18CD59AEFB21}"/>
              </a:ext>
            </a:extLst>
          </p:cNvPr>
          <p:cNvSpPr>
            <a:spLocks noChangeArrowheads="1"/>
          </p:cNvSpPr>
          <p:nvPr/>
        </p:nvSpPr>
        <p:spPr bwMode="auto">
          <a:xfrm>
            <a:off x="1515893" y="752984"/>
            <a:ext cx="8863520" cy="178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002060"/>
                </a:solidFill>
                <a:cs typeface="Arial" panose="020B0604020202020204" pitchFamily="34" charset="0"/>
              </a:rPr>
              <a:t>K.RAMAKRISHNAN COLLEGE OF ENGINEERING</a:t>
            </a:r>
          </a:p>
          <a:p>
            <a:pPr algn="ctr" eaLnBrk="1" hangingPunct="1">
              <a:buClr>
                <a:srgbClr val="000000"/>
              </a:buClr>
              <a:buSzPct val="100000"/>
              <a:buFont typeface="Times New Roman" panose="02020603050405020304" pitchFamily="18" charset="0"/>
              <a:buNone/>
            </a:pPr>
            <a:r>
              <a:rPr lang="en-US" altLang="en-US" b="1" dirty="0">
                <a:solidFill>
                  <a:srgbClr val="FF0066"/>
                </a:solidFill>
                <a:cs typeface="Arial" panose="020B0604020202020204" pitchFamily="34" charset="0"/>
              </a:rPr>
              <a:t>(AUTONOMOUS)</a:t>
            </a:r>
          </a:p>
          <a:p>
            <a:pPr algn="ctr" eaLnBrk="1" hangingPunct="1">
              <a:buClr>
                <a:srgbClr val="000000"/>
              </a:buClr>
              <a:buSzPct val="100000"/>
              <a:buFont typeface="Times New Roman" panose="02020603050405020304" pitchFamily="18" charset="0"/>
              <a:buNone/>
            </a:pPr>
            <a:br>
              <a:rPr lang="en-US" altLang="en-US" b="1" dirty="0">
                <a:solidFill>
                  <a:srgbClr val="FF0066"/>
                </a:solidFill>
                <a:cs typeface="Arial" panose="020B0604020202020204" pitchFamily="34" charset="0"/>
              </a:rPr>
            </a:br>
            <a:endParaRPr lang="en-US" altLang="en-US" b="1" dirty="0">
              <a:solidFill>
                <a:srgbClr val="FF0066"/>
              </a:solidFill>
              <a:latin typeface="Times New Roman" panose="02020603050405020304" pitchFamily="18" charset="0"/>
              <a:cs typeface="Times New Roman" panose="02020603050405020304" pitchFamily="18" charset="0"/>
            </a:endParaRPr>
          </a:p>
          <a:p>
            <a:pPr algn="ctr"/>
            <a:r>
              <a:rPr lang="en-US" sz="2800" b="1" dirty="0">
                <a:solidFill>
                  <a:srgbClr val="FF0000"/>
                </a:solidFill>
                <a:latin typeface="Times New Roman" pitchFamily="18" charset="0"/>
                <a:cs typeface="Times New Roman" pitchFamily="18" charset="0"/>
              </a:rPr>
              <a:t>SMS Based Remote Server Monitoring System</a:t>
            </a:r>
            <a:endParaRPr lang="en-IN" sz="2800" b="1" dirty="0">
              <a:solidFill>
                <a:srgbClr val="FF0000"/>
              </a:solidFill>
              <a:latin typeface="Times New Roman" pitchFamily="18" charset="0"/>
              <a:cs typeface="Times New Roman" pitchFamily="18" charset="0"/>
            </a:endParaRPr>
          </a:p>
        </p:txBody>
      </p:sp>
      <p:pic>
        <p:nvPicPr>
          <p:cNvPr id="3" name="Picture 2" descr="A blue and white logo&#10;&#10;Description automatically generated">
            <a:extLst>
              <a:ext uri="{FF2B5EF4-FFF2-40B4-BE49-F238E27FC236}">
                <a16:creationId xmlns:a16="http://schemas.microsoft.com/office/drawing/2014/main" id="{306928EC-A811-0A0B-9507-48536AEAC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8718" y="230748"/>
            <a:ext cx="1811291" cy="1309549"/>
          </a:xfrm>
          <a:prstGeom prst="rect">
            <a:avLst/>
          </a:prstGeom>
        </p:spPr>
      </p:pic>
      <p:sp>
        <p:nvSpPr>
          <p:cNvPr id="4" name="TextBox 3">
            <a:extLst>
              <a:ext uri="{FF2B5EF4-FFF2-40B4-BE49-F238E27FC236}">
                <a16:creationId xmlns:a16="http://schemas.microsoft.com/office/drawing/2014/main" id="{5BDDFED7-8C96-F740-3862-767BB2D55FED}"/>
              </a:ext>
            </a:extLst>
          </p:cNvPr>
          <p:cNvSpPr txBox="1"/>
          <p:nvPr/>
        </p:nvSpPr>
        <p:spPr>
          <a:xfrm>
            <a:off x="-1368426" y="6272848"/>
            <a:ext cx="6096000" cy="456535"/>
          </a:xfrm>
          <a:prstGeom prst="rect">
            <a:avLst/>
          </a:prstGeom>
          <a:noFill/>
        </p:spPr>
        <p:txBody>
          <a:bodyPr wrap="square">
            <a:spAutoFit/>
          </a:bodyPr>
          <a:lstStyle/>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rgbClr val="C00000"/>
                </a:solidFill>
                <a:latin typeface="Arial" panose="020B0604020202020204" pitchFamily="34" charset="0"/>
                <a:cs typeface="Arial" panose="020B0604020202020204" pitchFamily="34" charset="0"/>
              </a:rPr>
              <a:t>Date of Review : 06/05/2026</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7477C302-5B5F-4848-9A2A-2B6F511ACC15}"/>
              </a:ext>
            </a:extLst>
          </p:cNvPr>
          <p:cNvSpPr>
            <a:spLocks noGrp="1" noChangeArrowheads="1"/>
          </p:cNvSpPr>
          <p:nvPr>
            <p:ph type="title" idx="4294967295"/>
          </p:nvPr>
        </p:nvSpPr>
        <p:spPr>
          <a:xfrm>
            <a:off x="1981200" y="274638"/>
            <a:ext cx="8229600" cy="1143000"/>
          </a:xfrm>
        </p:spPr>
        <p:txBody>
          <a:bodyPr>
            <a:normAutofit/>
          </a:bodyPr>
          <a:lstStyle/>
          <a:p>
            <a:pPr algn="ctr">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en-US" altLang="en-US" sz="2800" b="1" dirty="0">
                <a:solidFill>
                  <a:srgbClr val="FF0066"/>
                </a:solidFill>
                <a:latin typeface="Times New Roman" panose="02020603050405020304" pitchFamily="18" charset="0"/>
                <a:cs typeface="Times New Roman" panose="02020603050405020304" pitchFamily="18" charset="0"/>
              </a:rPr>
              <a:t>PRESENTATION OVERVIEW</a:t>
            </a:r>
          </a:p>
        </p:txBody>
      </p:sp>
      <p:sp>
        <p:nvSpPr>
          <p:cNvPr id="5123" name="Text Box 2">
            <a:extLst>
              <a:ext uri="{FF2B5EF4-FFF2-40B4-BE49-F238E27FC236}">
                <a16:creationId xmlns:a16="http://schemas.microsoft.com/office/drawing/2014/main" id="{508F8BF2-6D65-4AA4-8FCF-20F773D3ABD6}"/>
              </a:ext>
            </a:extLst>
          </p:cNvPr>
          <p:cNvSpPr txBox="1">
            <a:spLocks noChangeArrowheads="1"/>
          </p:cNvSpPr>
          <p:nvPr/>
        </p:nvSpPr>
        <p:spPr bwMode="auto">
          <a:xfrm>
            <a:off x="1893396" y="1538654"/>
            <a:ext cx="5801127" cy="4712855"/>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344487" indent="-342900" eaLnBrk="1">
              <a:lnSpc>
                <a:spcPct val="150000"/>
              </a:lnSpc>
              <a:spcBef>
                <a:spcPts val="325"/>
              </a:spcBef>
              <a:buClr>
                <a:srgbClr val="000000"/>
              </a:buClr>
              <a:buSzPct val="100000"/>
              <a:buFont typeface="Wingdings" panose="05000000000000000000" pitchFamily="2" charset="2"/>
              <a:buChar char="Ø"/>
              <a:defRPr/>
            </a:pPr>
            <a:r>
              <a:rPr lang="en-US" altLang="en-US" sz="2400" b="1" dirty="0">
                <a:solidFill>
                  <a:srgbClr val="000000"/>
                </a:solidFill>
                <a:latin typeface="Times New Roman" panose="02020603050405020304" pitchFamily="18" charset="0"/>
                <a:cs typeface="Times New Roman" panose="02020603050405020304" pitchFamily="18" charset="0"/>
              </a:rPr>
              <a:t>Objective</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Introduction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Abstract</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Architecture Diagram</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Module Description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Implementation</a:t>
            </a:r>
          </a:p>
          <a:p>
            <a:pPr eaLnBrk="1">
              <a:lnSpc>
                <a:spcPct val="150000"/>
              </a:lnSpc>
              <a:spcBef>
                <a:spcPts val="325"/>
              </a:spcBef>
              <a:buClr>
                <a:srgbClr val="000000"/>
              </a:buClr>
              <a:buSzPct val="100000"/>
              <a:buFont typeface="Wingdings" panose="05000000000000000000" pitchFamily="2" charset="2"/>
              <a:buChar char=""/>
              <a:defRPr/>
            </a:pPr>
            <a:r>
              <a:rPr lang="en-US" altLang="en-US" sz="2400" b="1" dirty="0">
                <a:solidFill>
                  <a:srgbClr val="000000"/>
                </a:solidFill>
                <a:latin typeface="Times New Roman" panose="02020603050405020304" pitchFamily="18" charset="0"/>
                <a:cs typeface="Times New Roman" panose="02020603050405020304" pitchFamily="18" charset="0"/>
              </a:rPr>
              <a:t>Conclusion</a:t>
            </a:r>
          </a:p>
        </p:txBody>
      </p:sp>
      <p:pic>
        <p:nvPicPr>
          <p:cNvPr id="7172" name="Picture 3">
            <a:extLst>
              <a:ext uri="{FF2B5EF4-FFF2-40B4-BE49-F238E27FC236}">
                <a16:creationId xmlns:a16="http://schemas.microsoft.com/office/drawing/2014/main" id="{D2771C55-04C2-41BA-80F2-EDC06FBE8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188" y="350839"/>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2B910152-ED4B-3721-DEDA-54C63D305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73A8-5344-08E8-797D-5FAC58FA0ECF}"/>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AD6EF5CA-7D9E-ECE4-0D12-298DB8F54E01}"/>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OBJECTIVE</a:t>
            </a:r>
          </a:p>
        </p:txBody>
      </p:sp>
      <p:pic>
        <p:nvPicPr>
          <p:cNvPr id="18436" name="Picture 3">
            <a:extLst>
              <a:ext uri="{FF2B5EF4-FFF2-40B4-BE49-F238E27FC236}">
                <a16:creationId xmlns:a16="http://schemas.microsoft.com/office/drawing/2014/main" id="{C19DB829-A5F2-905B-32A5-59A702163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6B0CAEDB-6D33-E964-E163-7F061ADDA2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A5F81431-6938-6A8E-78DC-F1B90E51B82D}"/>
              </a:ext>
            </a:extLst>
          </p:cNvPr>
          <p:cNvSpPr txBox="1">
            <a:spLocks noChangeArrowheads="1"/>
          </p:cNvSpPr>
          <p:nvPr/>
        </p:nvSpPr>
        <p:spPr bwMode="auto">
          <a:xfrm>
            <a:off x="1073230" y="1710813"/>
            <a:ext cx="10143322" cy="4480522"/>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algn="just">
              <a:lnSpc>
                <a:spcPct val="150000"/>
              </a:lnSpc>
              <a:buFont typeface="Wingdings" panose="05000000000000000000" pitchFamily="2" charset="2"/>
              <a:buChar char="Ø"/>
            </a:pPr>
            <a:r>
              <a:rPr lang="en-US" sz="2800" dirty="0">
                <a:latin typeface="Times New Roman" pitchFamily="18" charset="0"/>
                <a:cs typeface="Times New Roman" pitchFamily="18" charset="0"/>
              </a:rPr>
              <a:t>To develop an SMS-based remote server monitoring system that enables administrators to track server performance and receive alerts without internet dependency. </a:t>
            </a:r>
          </a:p>
          <a:p>
            <a:pPr algn="just">
              <a:lnSpc>
                <a:spcPct val="150000"/>
              </a:lnSpc>
              <a:buFont typeface="Wingdings" panose="05000000000000000000" pitchFamily="2" charset="2"/>
              <a:buChar char="Ø"/>
            </a:pPr>
            <a:r>
              <a:rPr lang="en-US" sz="2800" dirty="0">
                <a:latin typeface="Times New Roman" pitchFamily="18" charset="0"/>
                <a:cs typeface="Times New Roman" pitchFamily="18" charset="0"/>
              </a:rPr>
              <a:t>To design and maintain a structured SQL database for storing server metrics such as CPU usage, memory usage, disk space, and system status efficiently.</a:t>
            </a:r>
          </a:p>
        </p:txBody>
      </p:sp>
    </p:spTree>
    <p:extLst>
      <p:ext uri="{BB962C8B-B14F-4D97-AF65-F5344CB8AC3E}">
        <p14:creationId xmlns:p14="http://schemas.microsoft.com/office/powerpoint/2010/main" val="240948285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397CEB3E-4EB7-48C7-BAED-717A8949BD4D}"/>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INTRODUCTION</a:t>
            </a:r>
            <a:endParaRPr lang="en-US" altLang="en-US" sz="2800" b="1" dirty="0">
              <a:solidFill>
                <a:srgbClr val="FF0066"/>
              </a:solidFill>
              <a:cs typeface="Arial" panose="020B0604020202020204" pitchFamily="34" charset="0"/>
            </a:endParaRPr>
          </a:p>
        </p:txBody>
      </p:sp>
      <p:pic>
        <p:nvPicPr>
          <p:cNvPr id="18436" name="Picture 3">
            <a:extLst>
              <a:ext uri="{FF2B5EF4-FFF2-40B4-BE49-F238E27FC236}">
                <a16:creationId xmlns:a16="http://schemas.microsoft.com/office/drawing/2014/main" id="{EBDB400C-E378-4C6B-BA39-B59CD3A30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39B186D8-8EA8-8FF9-4988-1EE801161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75E57ACC-E139-DF37-7DE0-919C755A2BB5}"/>
              </a:ext>
            </a:extLst>
          </p:cNvPr>
          <p:cNvSpPr txBox="1">
            <a:spLocks noChangeArrowheads="1"/>
          </p:cNvSpPr>
          <p:nvPr/>
        </p:nvSpPr>
        <p:spPr bwMode="auto">
          <a:xfrm>
            <a:off x="2053885" y="2344582"/>
            <a:ext cx="8110298" cy="3043343"/>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693094B-B049-273C-A24B-97B637F467E5}"/>
              </a:ext>
            </a:extLst>
          </p:cNvPr>
          <p:cNvSpPr txBox="1"/>
          <p:nvPr/>
        </p:nvSpPr>
        <p:spPr>
          <a:xfrm>
            <a:off x="1171841" y="2158093"/>
            <a:ext cx="9647853" cy="390119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today’s technology-driven world, servers play a crucial role in managing data, applications, and network services. Organizations depend heavily on servers for continuous operations, making it essential to monitor their performance and availability at all times. Any server downtime or failure can result in data loss, reduced productivity, and financial impact</a:t>
            </a:r>
            <a:r>
              <a:rPr lang="en-US" sz="2800" dirty="0"/>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18849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246D2-318F-7E6C-6C31-358C56D19AF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DB29D92B-FA91-27B2-EAC0-A68260D0F24D}"/>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ABSTRACT</a:t>
            </a:r>
          </a:p>
        </p:txBody>
      </p:sp>
      <p:pic>
        <p:nvPicPr>
          <p:cNvPr id="18436" name="Picture 3">
            <a:extLst>
              <a:ext uri="{FF2B5EF4-FFF2-40B4-BE49-F238E27FC236}">
                <a16:creationId xmlns:a16="http://schemas.microsoft.com/office/drawing/2014/main" id="{679E935B-2F3A-EAB6-7896-7CFA29A99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A13E8E1C-69CF-9793-585F-486B9BD9E4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628319-66EF-9DDA-2AEB-829A3826F184}"/>
              </a:ext>
            </a:extLst>
          </p:cNvPr>
          <p:cNvSpPr txBox="1">
            <a:spLocks noChangeArrowheads="1"/>
          </p:cNvSpPr>
          <p:nvPr/>
        </p:nvSpPr>
        <p:spPr bwMode="auto">
          <a:xfrm>
            <a:off x="951723" y="1740310"/>
            <a:ext cx="10143322" cy="4613550"/>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344487" indent="-3429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SMS Based Remote Server Monitoring System</a:t>
            </a:r>
            <a:r>
              <a:rPr lang="en-US" sz="2800" dirty="0">
                <a:latin typeface="Times New Roman" panose="02020603050405020304" pitchFamily="18" charset="0"/>
                <a:cs typeface="Times New Roman" panose="02020603050405020304" pitchFamily="18" charset="0"/>
              </a:rPr>
              <a:t> is designed to monitor the status and performance of servers remotely using Short Message Service (SMS). In today’s digital environment, continuous server availability is critical, and any downtime can lead to major losses. This system helps administrators receive instant alerts about server conditions such as CPU usage, memory status, network issues, and server failures.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0628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EF973-D18F-9486-E687-9C37EBFB032E}"/>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DDFE1-3A77-859B-B2A7-9B7B8DDCFE37}"/>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ARCHITECTURE DIAGRAM</a:t>
            </a:r>
          </a:p>
        </p:txBody>
      </p:sp>
      <p:pic>
        <p:nvPicPr>
          <p:cNvPr id="18436" name="Picture 3">
            <a:extLst>
              <a:ext uri="{FF2B5EF4-FFF2-40B4-BE49-F238E27FC236}">
                <a16:creationId xmlns:a16="http://schemas.microsoft.com/office/drawing/2014/main" id="{CD4B4EC7-3992-327D-46CE-8B04D30A4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4B31C50C-F1FF-029A-8B70-7874E736CED2}"/>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1B68754-6B42-46FC-2DE8-1D09E1F6B1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6EE95238-42CD-13C1-F453-06D09D6C6E4E}"/>
              </a:ext>
            </a:extLst>
          </p:cNvPr>
          <p:cNvSpPr txBox="1">
            <a:spLocks noChangeArrowheads="1"/>
          </p:cNvSpPr>
          <p:nvPr/>
        </p:nvSpPr>
        <p:spPr bwMode="auto">
          <a:xfrm>
            <a:off x="373504" y="1739970"/>
            <a:ext cx="11452844" cy="5379287"/>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algn="just" eaLnBrk="1">
              <a:lnSpc>
                <a:spcPct val="200000"/>
              </a:lnSpc>
              <a:spcBef>
                <a:spcPts val="325"/>
              </a:spcBef>
              <a:buClr>
                <a:srgbClr val="000000"/>
              </a:buClr>
              <a:buSzPct val="100000"/>
              <a:defRPr/>
            </a:pP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0CAC697-C3CF-1D25-4EBF-4FCCCE0F1CC7}"/>
              </a:ext>
            </a:extLst>
          </p:cNvPr>
          <p:cNvPicPr>
            <a:picLocks noChangeAspect="1"/>
          </p:cNvPicPr>
          <p:nvPr/>
        </p:nvPicPr>
        <p:blipFill>
          <a:blip r:embed="rId5"/>
          <a:stretch>
            <a:fillRect/>
          </a:stretch>
        </p:blipFill>
        <p:spPr>
          <a:xfrm>
            <a:off x="2114529" y="1537617"/>
            <a:ext cx="7409533" cy="4551349"/>
          </a:xfrm>
          <a:prstGeom prst="rect">
            <a:avLst/>
          </a:prstGeom>
        </p:spPr>
      </p:pic>
      <p:pic>
        <p:nvPicPr>
          <p:cNvPr id="5" name="Picture 4">
            <a:extLst>
              <a:ext uri="{FF2B5EF4-FFF2-40B4-BE49-F238E27FC236}">
                <a16:creationId xmlns:a16="http://schemas.microsoft.com/office/drawing/2014/main" id="{4B17444E-1267-228E-6775-477047D7793C}"/>
              </a:ext>
            </a:extLst>
          </p:cNvPr>
          <p:cNvPicPr>
            <a:picLocks noChangeAspect="1"/>
          </p:cNvPicPr>
          <p:nvPr/>
        </p:nvPicPr>
        <p:blipFill>
          <a:blip r:embed="rId6"/>
          <a:stretch>
            <a:fillRect/>
          </a:stretch>
        </p:blipFill>
        <p:spPr>
          <a:xfrm>
            <a:off x="2114529" y="1537617"/>
            <a:ext cx="7645047" cy="5096698"/>
          </a:xfrm>
          <a:prstGeom prst="rect">
            <a:avLst/>
          </a:prstGeom>
        </p:spPr>
      </p:pic>
    </p:spTree>
    <p:extLst>
      <p:ext uri="{BB962C8B-B14F-4D97-AF65-F5344CB8AC3E}">
        <p14:creationId xmlns:p14="http://schemas.microsoft.com/office/powerpoint/2010/main" val="182880814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FB9CB-C990-239E-4B37-B12FF53486E3}"/>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6C141-DE99-6186-4A83-FF8248A7EC3A}"/>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endParaRPr lang="en-US" altLang="en-US" sz="2400" b="1" dirty="0">
              <a:solidFill>
                <a:srgbClr val="FF0066"/>
              </a:solidFill>
              <a:latin typeface="Times New Roman" panose="02020603050405020304" pitchFamily="18" charset="0"/>
              <a:cs typeface="Times New Roman" panose="02020603050405020304" pitchFamily="18" charset="0"/>
            </a:endParaRPr>
          </a:p>
        </p:txBody>
      </p:sp>
      <p:pic>
        <p:nvPicPr>
          <p:cNvPr id="18436" name="Picture 3">
            <a:extLst>
              <a:ext uri="{FF2B5EF4-FFF2-40B4-BE49-F238E27FC236}">
                <a16:creationId xmlns:a16="http://schemas.microsoft.com/office/drawing/2014/main" id="{4C9B96B0-3E7C-4054-1870-FA50329B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77EE7BC2-6451-4A25-AC86-EEFF58D47F28}"/>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C26308D2-8408-E5CF-DDEF-0CD826CEB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DCA18C44-A110-88E0-F24A-67AC795E3321}"/>
              </a:ext>
            </a:extLst>
          </p:cNvPr>
          <p:cNvSpPr txBox="1">
            <a:spLocks noChangeArrowheads="1"/>
          </p:cNvSpPr>
          <p:nvPr/>
        </p:nvSpPr>
        <p:spPr bwMode="auto">
          <a:xfrm>
            <a:off x="2157778" y="1771860"/>
            <a:ext cx="8303475" cy="525905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571500" indent="-457200">
              <a:lnSpc>
                <a:spcPct val="150000"/>
              </a:lnSpc>
              <a:buFont typeface="+mj-lt"/>
              <a:buAutoNum type="arabicPeriod"/>
            </a:pPr>
            <a:r>
              <a:rPr lang="en-US" sz="2400" b="1" dirty="0">
                <a:latin typeface="Times New Roman" pitchFamily="18" charset="0"/>
                <a:cs typeface="Times New Roman" pitchFamily="18" charset="0"/>
              </a:rPr>
              <a:t>Data Collection Module: </a:t>
            </a:r>
            <a:r>
              <a:rPr lang="en-US" sz="2400" dirty="0">
                <a:latin typeface="Times New Roman" pitchFamily="18" charset="0"/>
                <a:cs typeface="Times New Roman" pitchFamily="18" charset="0"/>
              </a:rPr>
              <a:t>Collects server performance data such as CPU usage, memory utilization, disk space, and system status at regular intervals using monitoring tools or scripts.</a:t>
            </a:r>
          </a:p>
          <a:p>
            <a:pPr marL="571500" indent="-457200">
              <a:lnSpc>
                <a:spcPct val="150000"/>
              </a:lnSpc>
              <a:buFont typeface="+mj-lt"/>
              <a:buAutoNum type="arabicPeriod"/>
            </a:pPr>
            <a:r>
              <a:rPr lang="en-US" sz="2400" b="1" dirty="0">
                <a:latin typeface="Times New Roman" pitchFamily="18" charset="0"/>
                <a:cs typeface="Times New Roman" pitchFamily="18" charset="0"/>
              </a:rPr>
              <a:t>Database Module: </a:t>
            </a:r>
            <a:r>
              <a:rPr lang="en-US" sz="2400" dirty="0">
                <a:latin typeface="Times New Roman" pitchFamily="18" charset="0"/>
                <a:cs typeface="Times New Roman" pitchFamily="18" charset="0"/>
              </a:rPr>
              <a:t>Stores and manages the collected data in a structured SQL database, ensuring efficient data organization, retrieval, and maintenance.</a:t>
            </a:r>
          </a:p>
          <a:p>
            <a:pPr marL="571500" indent="-457200">
              <a:lnSpc>
                <a:spcPct val="150000"/>
              </a:lnSpc>
              <a:buFont typeface="+mj-lt"/>
              <a:buAutoNum type="arabicPeriod"/>
            </a:pPr>
            <a:endParaRPr lang="en-US" sz="2400" dirty="0">
              <a:latin typeface="Times New Roman" pitchFamily="18" charset="0"/>
              <a:cs typeface="Times New Roman" pitchFamily="18" charset="0"/>
            </a:endParaRPr>
          </a:p>
          <a:p>
            <a:pPr marL="1587" indent="0"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65095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FB9CB-C990-239E-4B37-B12FF53486E3}"/>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2CE6C141-DE99-6186-4A83-FF8248A7EC3A}"/>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endParaRPr lang="en-US" altLang="en-US" sz="2400" b="1" dirty="0">
              <a:solidFill>
                <a:srgbClr val="FF0066"/>
              </a:solidFill>
              <a:latin typeface="Times New Roman" panose="02020603050405020304" pitchFamily="18" charset="0"/>
              <a:cs typeface="Times New Roman" panose="02020603050405020304" pitchFamily="18" charset="0"/>
            </a:endParaRPr>
          </a:p>
        </p:txBody>
      </p:sp>
      <p:pic>
        <p:nvPicPr>
          <p:cNvPr id="18436" name="Picture 3">
            <a:extLst>
              <a:ext uri="{FF2B5EF4-FFF2-40B4-BE49-F238E27FC236}">
                <a16:creationId xmlns:a16="http://schemas.microsoft.com/office/drawing/2014/main" id="{4C9B96B0-3E7C-4054-1870-FA50329B5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77EE7BC2-6451-4A25-AC86-EEFF58D47F28}"/>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C26308D2-8408-E5CF-DDEF-0CD826CEB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DCA18C44-A110-88E0-F24A-67AC795E3321}"/>
              </a:ext>
            </a:extLst>
          </p:cNvPr>
          <p:cNvSpPr txBox="1">
            <a:spLocks noChangeArrowheads="1"/>
          </p:cNvSpPr>
          <p:nvPr/>
        </p:nvSpPr>
        <p:spPr bwMode="auto">
          <a:xfrm>
            <a:off x="1236089" y="1708070"/>
            <a:ext cx="10432040" cy="5030661"/>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628650" indent="-514350">
              <a:lnSpc>
                <a:spcPct val="150000"/>
              </a:lnSpc>
              <a:buAutoNum type="arabicPlain" startAt="3"/>
            </a:pPr>
            <a:r>
              <a:rPr lang="en-US" sz="2800" b="1" dirty="0">
                <a:latin typeface="Times New Roman" panose="02020603050405020304" pitchFamily="18" charset="0"/>
                <a:cs typeface="Times New Roman" panose="02020603050405020304" pitchFamily="18" charset="0"/>
              </a:rPr>
              <a:t>Monitoring Module: </a:t>
            </a:r>
            <a:r>
              <a:rPr lang="en-US" sz="2800" dirty="0">
                <a:latin typeface="Times New Roman" pitchFamily="18" charset="0"/>
                <a:cs typeface="Times New Roman" pitchFamily="18" charset="0"/>
              </a:rPr>
              <a:t>Analyzes the stored data using SQL queries and identifies abnormal conditions when server parameters exceed predefined limits.</a:t>
            </a:r>
          </a:p>
          <a:p>
            <a:pPr marL="628650" indent="-514350">
              <a:lnSpc>
                <a:spcPct val="150000"/>
              </a:lnSpc>
              <a:buFontTx/>
              <a:buAutoNum type="arabicPlain" startAt="3"/>
            </a:pPr>
            <a:r>
              <a:rPr lang="en-US" sz="2800" b="1" dirty="0">
                <a:latin typeface="Times New Roman" pitchFamily="18" charset="0"/>
                <a:cs typeface="Times New Roman" pitchFamily="18" charset="0"/>
              </a:rPr>
              <a:t>Alert Module: </a:t>
            </a:r>
            <a:r>
              <a:rPr lang="en-US" sz="2800" dirty="0">
                <a:latin typeface="Times New Roman" pitchFamily="18" charset="0"/>
                <a:cs typeface="Times New Roman" pitchFamily="18" charset="0"/>
              </a:rPr>
              <a:t>Generates and sends SMS notifications to administrators through an SMS gateway when critical issues or threshold violations occur.</a:t>
            </a:r>
          </a:p>
          <a:p>
            <a:pPr marL="628650" indent="-514350">
              <a:lnSpc>
                <a:spcPct val="150000"/>
              </a:lnSpc>
              <a:buAutoNum type="arabicPlain" startAt="3"/>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1604993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3250B-8799-38C5-4410-495CEF256140}"/>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95E2A9B5-EBCB-CBCC-1329-4B153DDEC8F0}"/>
              </a:ext>
            </a:extLst>
          </p:cNvPr>
          <p:cNvSpPr>
            <a:spLocks noChangeArrowheads="1"/>
          </p:cNvSpPr>
          <p:nvPr/>
        </p:nvSpPr>
        <p:spPr bwMode="auto">
          <a:xfrm>
            <a:off x="2528668" y="769034"/>
            <a:ext cx="6934200" cy="52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FF0066"/>
                </a:solidFill>
                <a:latin typeface="Times New Roman" panose="02020603050405020304" pitchFamily="18" charset="0"/>
                <a:cs typeface="Times New Roman" panose="02020603050405020304" pitchFamily="18" charset="0"/>
              </a:rPr>
              <a:t>MODULE DESCRIPTION</a:t>
            </a:r>
          </a:p>
        </p:txBody>
      </p:sp>
      <p:pic>
        <p:nvPicPr>
          <p:cNvPr id="18436" name="Picture 3">
            <a:extLst>
              <a:ext uri="{FF2B5EF4-FFF2-40B4-BE49-F238E27FC236}">
                <a16:creationId xmlns:a16="http://schemas.microsoft.com/office/drawing/2014/main" id="{63F86ED2-2FEB-8EB8-E196-6D62774EF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E4A0C776-4283-FD8A-CAC8-529C7CBC66EA}"/>
              </a:ext>
            </a:extLst>
          </p:cNvPr>
          <p:cNvSpPr>
            <a:spLocks noChangeArrowheads="1"/>
          </p:cNvSpPr>
          <p:nvPr/>
        </p:nvSpPr>
        <p:spPr bwMode="auto">
          <a:xfrm>
            <a:off x="1809750" y="200025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a:t>.</a:t>
            </a:r>
            <a:endParaRPr lang="en-IN" altLang="en-US"/>
          </a:p>
        </p:txBody>
      </p:sp>
      <p:pic>
        <p:nvPicPr>
          <p:cNvPr id="2" name="Picture 1" descr="A blue and white logo&#10;&#10;Description automatically generated">
            <a:extLst>
              <a:ext uri="{FF2B5EF4-FFF2-40B4-BE49-F238E27FC236}">
                <a16:creationId xmlns:a16="http://schemas.microsoft.com/office/drawing/2014/main" id="{86EEC11E-82EA-4175-A586-8579E9F96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F176CE2B-E824-FB53-428A-6E967501B54E}"/>
              </a:ext>
            </a:extLst>
          </p:cNvPr>
          <p:cNvSpPr txBox="1">
            <a:spLocks noChangeArrowheads="1"/>
          </p:cNvSpPr>
          <p:nvPr/>
        </p:nvSpPr>
        <p:spPr bwMode="auto">
          <a:xfrm>
            <a:off x="1554805" y="2000250"/>
            <a:ext cx="7438119" cy="5243167"/>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14300" indent="0">
              <a:lnSpc>
                <a:spcPct val="150000"/>
              </a:lnSpc>
            </a:pPr>
            <a:r>
              <a:rPr lang="en-US" sz="2400" b="1" dirty="0">
                <a:latin typeface="Times New Roman" pitchFamily="18" charset="0"/>
                <a:cs typeface="Times New Roman" pitchFamily="18" charset="0"/>
              </a:rPr>
              <a:t>5      User Interface Module: </a:t>
            </a:r>
            <a:r>
              <a:rPr lang="en-US" sz="2400" dirty="0">
                <a:latin typeface="Times New Roman" pitchFamily="18" charset="0"/>
                <a:cs typeface="Times New Roman" pitchFamily="18" charset="0"/>
              </a:rPr>
              <a:t>Provides an interface for administrators to view server status, access logs, and monitor alerts for effective system management.</a:t>
            </a:r>
          </a:p>
          <a:p>
            <a:pPr marL="458787" indent="-457200" algn="just" eaLnBrk="1">
              <a:spcBef>
                <a:spcPts val="325"/>
              </a:spcBef>
              <a:buClr>
                <a:srgbClr val="000000"/>
              </a:buClr>
              <a:buSzPct val="100000"/>
              <a:buAutoNum type="arabicPeriod"/>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458787" indent="-457200" algn="just" eaLnBrk="1">
              <a:spcBef>
                <a:spcPts val="325"/>
              </a:spcBef>
              <a:buClr>
                <a:srgbClr val="000000"/>
              </a:buClr>
              <a:buSzPct val="100000"/>
              <a:buAutoNum type="arabicPeriod"/>
              <a:defRPr/>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1587" indent="0" algn="just" eaLnBrk="1">
              <a:spcBef>
                <a:spcPts val="325"/>
              </a:spcBef>
              <a:buClr>
                <a:srgbClr val="000000"/>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837650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1BFD-7ACB-403F-BA28-907CAA2AE2CA}"/>
              </a:ext>
            </a:extLst>
          </p:cNvPr>
          <p:cNvSpPr>
            <a:spLocks noGrp="1"/>
          </p:cNvSpPr>
          <p:nvPr>
            <p:ph type="title"/>
          </p:nvPr>
        </p:nvSpPr>
        <p:spPr/>
        <p:txBody>
          <a:bodyPr>
            <a:normAutofit/>
          </a:bodyPr>
          <a:lstStyle/>
          <a:p>
            <a:r>
              <a:rPr lang="en-US" sz="2800" b="1" dirty="0">
                <a:solidFill>
                  <a:srgbClr val="FF0066"/>
                </a:solidFill>
              </a:rPr>
              <a:t>                                              </a:t>
            </a: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b="1" dirty="0">
              <a:solidFill>
                <a:srgbClr val="FF0066"/>
              </a:solidFill>
              <a:latin typeface="Times New Roman" panose="02020603050405020304" pitchFamily="18" charset="0"/>
              <a:cs typeface="Times New Roman" panose="02020603050405020304" pitchFamily="18" charset="0"/>
            </a:endParaRPr>
          </a:p>
        </p:txBody>
      </p:sp>
      <p:pic>
        <p:nvPicPr>
          <p:cNvPr id="13" name="Content Placeholder 12">
            <a:extLst>
              <a:ext uri="{FF2B5EF4-FFF2-40B4-BE49-F238E27FC236}">
                <a16:creationId xmlns:a16="http://schemas.microsoft.com/office/drawing/2014/main" id="{0B9BD96D-1280-7986-86B7-44A6B916EE3F}"/>
              </a:ext>
            </a:extLst>
          </p:cNvPr>
          <p:cNvPicPr>
            <a:picLocks noGrp="1" noChangeAspect="1"/>
          </p:cNvPicPr>
          <p:nvPr>
            <p:ph idx="1"/>
          </p:nvPr>
        </p:nvPicPr>
        <p:blipFill>
          <a:blip r:embed="rId2"/>
          <a:stretch>
            <a:fillRect/>
          </a:stretch>
        </p:blipFill>
        <p:spPr>
          <a:xfrm>
            <a:off x="2389239" y="1690689"/>
            <a:ext cx="7521677" cy="3825208"/>
          </a:xfrm>
          <a:prstGeom prst="rect">
            <a:avLst/>
          </a:prstGeom>
        </p:spPr>
      </p:pic>
    </p:spTree>
    <p:extLst>
      <p:ext uri="{BB962C8B-B14F-4D97-AF65-F5344CB8AC3E}">
        <p14:creationId xmlns:p14="http://schemas.microsoft.com/office/powerpoint/2010/main" val="5797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690F-8578-4EB6-99A7-A5D281AE9B0D}"/>
              </a:ext>
            </a:extLst>
          </p:cNvPr>
          <p:cNvSpPr>
            <a:spLocks noGrp="1"/>
          </p:cNvSpPr>
          <p:nvPr>
            <p:ph type="title"/>
          </p:nvPr>
        </p:nvSpPr>
        <p:spPr/>
        <p:txBody>
          <a:bodyPr>
            <a:normAutofit/>
          </a:bodyPr>
          <a:lstStyle/>
          <a:p>
            <a:pPr algn="ctr"/>
            <a:r>
              <a:rPr lang="en-US" sz="2800" b="1" dirty="0">
                <a:solidFill>
                  <a:srgbClr val="FF0066"/>
                </a:solidFill>
                <a:latin typeface="Times New Roman" panose="02020603050405020304" pitchFamily="18" charset="0"/>
                <a:cs typeface="Times New Roman" panose="02020603050405020304" pitchFamily="18" charset="0"/>
              </a:rPr>
              <a:t>IMPLEMENTATION</a:t>
            </a:r>
            <a:endParaRPr lang="en-SG"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3E16AB9-D215-576F-5E18-D19BDB69CD03}"/>
              </a:ext>
            </a:extLst>
          </p:cNvPr>
          <p:cNvPicPr>
            <a:picLocks noChangeAspect="1"/>
          </p:cNvPicPr>
          <p:nvPr/>
        </p:nvPicPr>
        <p:blipFill>
          <a:blip r:embed="rId2"/>
          <a:stretch>
            <a:fillRect/>
          </a:stretch>
        </p:blipFill>
        <p:spPr>
          <a:xfrm>
            <a:off x="3078218" y="1785985"/>
            <a:ext cx="6035563" cy="3286029"/>
          </a:xfrm>
          <a:prstGeom prst="rect">
            <a:avLst/>
          </a:prstGeom>
        </p:spPr>
      </p:pic>
      <p:pic>
        <p:nvPicPr>
          <p:cNvPr id="13" name="Content Placeholder 12">
            <a:extLst>
              <a:ext uri="{FF2B5EF4-FFF2-40B4-BE49-F238E27FC236}">
                <a16:creationId xmlns:a16="http://schemas.microsoft.com/office/drawing/2014/main" id="{323E9CE6-63BE-E040-7790-ABCA067D799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23572" y="1690688"/>
            <a:ext cx="7544853" cy="4105848"/>
          </a:xfrm>
          <a:prstGeom prst="rect">
            <a:avLst/>
          </a:prstGeom>
        </p:spPr>
      </p:pic>
    </p:spTree>
    <p:extLst>
      <p:ext uri="{BB962C8B-B14F-4D97-AF65-F5344CB8AC3E}">
        <p14:creationId xmlns:p14="http://schemas.microsoft.com/office/powerpoint/2010/main" val="455096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6D3A-E476-AAA4-585C-B479A088FDDC}"/>
              </a:ext>
            </a:extLst>
          </p:cNvPr>
          <p:cNvSpPr>
            <a:spLocks noGrp="1"/>
          </p:cNvSpPr>
          <p:nvPr>
            <p:ph type="title"/>
          </p:nvPr>
        </p:nvSpPr>
        <p:spPr/>
        <p:txBody>
          <a:bodyPr>
            <a:normAutofit/>
          </a:bodyPr>
          <a:lstStyle/>
          <a:p>
            <a:pPr algn="ctr"/>
            <a:r>
              <a:rPr lang="en-IN" sz="2800" b="1" dirty="0">
                <a:solidFill>
                  <a:srgbClr val="FF0066"/>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5F62496-42A5-5C4E-A502-41A397211D2A}"/>
              </a:ext>
            </a:extLst>
          </p:cNvPr>
          <p:cNvSpPr>
            <a:spLocks noGrp="1"/>
          </p:cNvSpPr>
          <p:nvPr>
            <p:ph idx="1"/>
          </p:nvPr>
        </p:nvSpPr>
        <p:spPr>
          <a:xfrm>
            <a:off x="838200" y="1690688"/>
            <a:ext cx="10515600" cy="4486275"/>
          </a:xfrm>
        </p:spPr>
        <p:txBody>
          <a:bodyPr>
            <a:normAutofit fontScale="85000" lnSpcReduction="10000"/>
          </a:bodyPr>
          <a:lstStyle/>
          <a:p>
            <a:pPr algn="just">
              <a:lnSpc>
                <a:spcPct val="150000"/>
              </a:lnSpc>
              <a:buFont typeface="Wingdings" pitchFamily="2" charset="2"/>
              <a:buChar char="Ø"/>
            </a:pPr>
            <a:r>
              <a:rPr lang="en-US" dirty="0">
                <a:latin typeface="Times New Roman" pitchFamily="18" charset="0"/>
                <a:cs typeface="Times New Roman" pitchFamily="18" charset="0"/>
              </a:rPr>
              <a:t>To conclude that the system effectively monitors servers and provides timely alerts. </a:t>
            </a:r>
          </a:p>
          <a:p>
            <a:pPr algn="just">
              <a:lnSpc>
                <a:spcPct val="150000"/>
              </a:lnSpc>
              <a:buFont typeface="Wingdings" pitchFamily="2" charset="2"/>
              <a:buChar char="Ø"/>
            </a:pPr>
            <a:r>
              <a:rPr lang="en-US" dirty="0">
                <a:latin typeface="Times New Roman" pitchFamily="18" charset="0"/>
                <a:cs typeface="Times New Roman" pitchFamily="18" charset="0"/>
              </a:rPr>
              <a:t>To highlight that SMS-based alerts improve reliability in low network conditions. </a:t>
            </a:r>
          </a:p>
          <a:p>
            <a:pPr algn="just">
              <a:lnSpc>
                <a:spcPct val="150000"/>
              </a:lnSpc>
              <a:buFont typeface="Wingdings" pitchFamily="2" charset="2"/>
              <a:buChar char="Ø"/>
            </a:pPr>
            <a:r>
              <a:rPr lang="en-US" dirty="0">
                <a:latin typeface="Times New Roman" pitchFamily="18" charset="0"/>
                <a:cs typeface="Times New Roman" pitchFamily="18" charset="0"/>
              </a:rPr>
              <a:t>To demonstrate that database integration ensures efficient data handling and analysis. </a:t>
            </a:r>
          </a:p>
          <a:p>
            <a:pPr algn="just">
              <a:lnSpc>
                <a:spcPct val="150000"/>
              </a:lnSpc>
              <a:buFont typeface="Wingdings" pitchFamily="2" charset="2"/>
              <a:buChar char="Ø"/>
            </a:pPr>
            <a:r>
              <a:rPr lang="en-US" dirty="0">
                <a:latin typeface="Times New Roman" pitchFamily="18" charset="0"/>
                <a:cs typeface="Times New Roman" pitchFamily="18" charset="0"/>
              </a:rPr>
              <a:t>To show that the system helps reduce downtime and improves system performance. </a:t>
            </a:r>
          </a:p>
        </p:txBody>
      </p:sp>
    </p:spTree>
    <p:extLst>
      <p:ext uri="{BB962C8B-B14F-4D97-AF65-F5344CB8AC3E}">
        <p14:creationId xmlns:p14="http://schemas.microsoft.com/office/powerpoint/2010/main" val="1886979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F8EADB-C06C-49B8-87E3-303324229C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1413</TotalTime>
  <Words>441</Words>
  <Application>Microsoft Office PowerPoint</Application>
  <PresentationFormat>Widescreen</PresentationFormat>
  <Paragraphs>62</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PRESENTATION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IMPLEMENTATION</vt:lpstr>
      <vt:lpstr>IMPLEMENTATION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Matheswaran P</dc:creator>
  <cp:lastModifiedBy>akash N</cp:lastModifiedBy>
  <cp:revision>38</cp:revision>
  <dcterms:created xsi:type="dcterms:W3CDTF">2023-12-21T13:31:05Z</dcterms:created>
  <dcterms:modified xsi:type="dcterms:W3CDTF">2026-05-05T20:31:32Z</dcterms:modified>
</cp:coreProperties>
</file>